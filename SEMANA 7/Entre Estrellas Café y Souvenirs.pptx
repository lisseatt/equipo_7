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embeddedFontLst>
    <p:embeddedFont>
      <p:font typeface="Playfair Display" panose="00000500000000000000" pitchFamily="2" charset="0"/>
      <p:bold r:id="rId8"/>
    </p:embeddedFont>
    <p:embeddedFont>
      <p:font typeface="Plus Jakarta Sans"/>
      <p: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5A2B"/>
    <a:srgbClr val="F5E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950765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39396" y="2690194"/>
            <a:ext cx="7913207" cy="1217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4800" b="1" i="0" u="none" dirty="0">
                <a:solidFill>
                  <a:srgbClr val="FAFAF9"/>
                </a:solidFill>
                <a:latin typeface="Playfair Display"/>
              </a:rPr>
              <a:t>Welcome to Entre Estrellas Café y Souvenirs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111" y="4036047"/>
            <a:ext cx="502977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1" u="none" dirty="0">
                <a:solidFill>
                  <a:srgbClr val="D6D3D1"/>
                </a:solidFill>
                <a:latin typeface="Plus Jakarta Sans"/>
              </a:rPr>
              <a:t>Where good coffee meets the magic of the stars.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AFD0EC6-2930-B436-CFF9-291B4FFC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265" y="3256449"/>
            <a:ext cx="3504229" cy="3504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6077" y="2598003"/>
            <a:ext cx="8578645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SV" sz="5400" b="1" dirty="0">
                <a:solidFill>
                  <a:srgbClr val="1C1917"/>
                </a:solidFill>
                <a:latin typeface="Playfair Display"/>
              </a:rPr>
              <a:t>Scene 1 – The incident at the counter</a:t>
            </a:r>
            <a:endParaRPr sz="5400" b="1" i="0" u="none" dirty="0">
              <a:solidFill>
                <a:srgbClr val="1C1917"/>
              </a:solidFill>
              <a:latin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22D9D7D-3DDA-A5C2-81C8-4793CF73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516" y="4010980"/>
            <a:ext cx="5193756" cy="2824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833" y="3013500"/>
            <a:ext cx="8438016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400" b="1" i="0" u="none" dirty="0">
                <a:solidFill>
                  <a:srgbClr val="1C1917"/>
                </a:solidFill>
                <a:latin typeface="Playfair Display"/>
              </a:rPr>
              <a:t>S</a:t>
            </a:r>
            <a:r>
              <a:rPr lang="es-SV" sz="5400" b="1" i="0" u="none" dirty="0">
                <a:solidFill>
                  <a:srgbClr val="1C1917"/>
                </a:solidFill>
                <a:latin typeface="Playfair Display"/>
              </a:rPr>
              <a:t>cene 2 – The system review </a:t>
            </a:r>
            <a:endParaRPr sz="5400" b="1" i="0" u="none" dirty="0">
              <a:solidFill>
                <a:srgbClr val="1C1917"/>
              </a:solidFill>
              <a:latin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42335" y="3013501"/>
            <a:ext cx="7114255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SV" sz="5400" b="1" i="0" u="none" dirty="0">
                <a:solidFill>
                  <a:srgbClr val="1C1917"/>
                </a:solidFill>
                <a:latin typeface="Playfair Display"/>
              </a:rPr>
              <a:t>Scene 3 – Testing the fix </a:t>
            </a:r>
            <a:endParaRPr sz="5400" b="1" i="0" u="none" dirty="0">
              <a:solidFill>
                <a:srgbClr val="1C1917"/>
              </a:solidFill>
              <a:latin typeface="Playfair Display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3493C5B-1425-32EE-4D6D-5FADE200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562475"/>
            <a:ext cx="670560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7373F-CCCC-9C12-600A-ED4F0916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473124C-BFBB-8D7B-B421-FA5EAF617044}"/>
              </a:ext>
            </a:extLst>
          </p:cNvPr>
          <p:cNvSpPr txBox="1"/>
          <p:nvPr/>
        </p:nvSpPr>
        <p:spPr>
          <a:xfrm>
            <a:off x="742335" y="3013501"/>
            <a:ext cx="6553654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SV" sz="5400" b="1" i="0" u="none" dirty="0">
                <a:solidFill>
                  <a:srgbClr val="1C1917"/>
                </a:solidFill>
                <a:latin typeface="Playfair Display"/>
              </a:rPr>
              <a:t>Scene 4 – </a:t>
            </a:r>
            <a:r>
              <a:rPr lang="es-SV" sz="5400" b="1" dirty="0">
                <a:solidFill>
                  <a:srgbClr val="1C1917"/>
                </a:solidFill>
                <a:latin typeface="Playfair Display"/>
              </a:rPr>
              <a:t>Final words</a:t>
            </a:r>
            <a:r>
              <a:rPr lang="es-SV" sz="5400" b="1" i="0" u="none" dirty="0">
                <a:solidFill>
                  <a:srgbClr val="1C1917"/>
                </a:solidFill>
                <a:latin typeface="Playfair Display"/>
              </a:rPr>
              <a:t> </a:t>
            </a:r>
            <a:endParaRPr sz="5400" b="1" i="0" u="none" dirty="0">
              <a:solidFill>
                <a:srgbClr val="1C1917"/>
              </a:solidFill>
              <a:latin typeface="Playfair Display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DB7864-1475-2EFC-6BA5-1D800E81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299" y="2908299"/>
            <a:ext cx="3949701" cy="394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6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2558" y="3059668"/>
            <a:ext cx="7566880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AFAF9"/>
                </a:solidFill>
                <a:latin typeface="Playfair Display"/>
              </a:rPr>
              <a:t>Thank You for Your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3479" y="3886201"/>
            <a:ext cx="506504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1" u="none" dirty="0">
                <a:solidFill>
                  <a:srgbClr val="D6D3D1"/>
                </a:solidFill>
                <a:latin typeface="Plus Jakarta Sans"/>
              </a:rPr>
              <a:t>It is only with the heart that one can see rightly...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61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Plus Jakarta Sans</vt:lpstr>
      <vt:lpstr>Playfair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Liss</cp:lastModifiedBy>
  <cp:revision>3</cp:revision>
  <dcterms:created xsi:type="dcterms:W3CDTF">2013-01-27T09:14:16Z</dcterms:created>
  <dcterms:modified xsi:type="dcterms:W3CDTF">2026-09-25T17:11:51Z</dcterms:modified>
  <cp:category/>
</cp:coreProperties>
</file>